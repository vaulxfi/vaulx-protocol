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</a:t>
            </a:r>
            <a:pPr indent="0" marL="0">
              <a:buNone/>
            </a:pPr>
            <a:r>
              <a:rPr lang="en-US" sz="130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pPr indent="0" marL="0">
              <a:buNone/>
            </a:pPr>
            <a:r>
              <a:rPr lang="en-US" sz="130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85800" y="2121408"/>
            <a:ext cx="68580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31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 between physical luxury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onchain capital.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Solana-native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 for custody-gated loans against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luxury assets. Brazil is the launch wedge.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global and modular.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2760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5184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Custody-gated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54589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custody signature,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USDC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47872" y="5074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2760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5184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25112" y="54589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core,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licensed partners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55664" y="5074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52760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32904" y="5184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232904" y="54589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live today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6199632"/>
            <a:ext cx="10911535" cy="0"/>
          </a:xfrm>
          <a:prstGeom prst="line">
            <a:avLst/>
          </a:prstGeom>
          <a:noFill/>
          <a:ln w="9525">
            <a:solidFill>
              <a:srgbClr val="1B3D4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3825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6355080"/>
            <a:ext cx="227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LUXURY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313100" y="647395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84" y="638251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33724" y="6355080"/>
            <a:ext cx="227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CUSTODY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40984" y="647395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568" y="638251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61608" y="6355080"/>
            <a:ext cx="227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SOLANA-NATIVE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768867" y="6473952"/>
            <a:ext cx="64008" cy="640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451" y="6382512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89491" y="6355080"/>
            <a:ext cx="227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LIQUIDITY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</a:t>
            </a:r>
            <a:pPr indent="0" marL="0">
              <a:buNone/>
            </a:pPr>
            <a:r>
              <a:rPr lang="en-US" sz="28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pPr indent="0" marL="0">
              <a:buNone/>
            </a:pPr>
            <a:r>
              <a:rPr lang="en-US" sz="28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3716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collateral. Broken credit rails.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Asset-rich borrowers face punitive short-term credit. Global onchain capital has no trusted path to physical luxury collateral.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 pain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0088"/>
            <a:ext cx="914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side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0" y="2990088"/>
            <a:ext cx="8229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004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338328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luxury holds value, but credit rails are broken.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93776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9525">
            <a:solidFill>
              <a:srgbClr val="1B3D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937760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revolving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337560" y="4974336"/>
            <a:ext cx="0" cy="384048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5459" y="4937760"/>
            <a:ext cx="2481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APR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394960"/>
            <a:ext cx="5394960" cy="0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394960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loan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37560" y="5431536"/>
            <a:ext cx="0" cy="384048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45459" y="5394960"/>
            <a:ext cx="2481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852160"/>
            <a:ext cx="5394960" cy="0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852160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pawn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5888736"/>
            <a:ext cx="0" cy="384048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45459" y="5852160"/>
            <a:ext cx="2481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LTV, undervalued asset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350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400800" y="32004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0C1E2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USDC CAPITAL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0" y="37033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8–10% yield</a:t>
            </a:r>
            <a:endParaRPr lang="en-US" sz="6000" dirty="0"/>
          </a:p>
        </p:txBody>
      </p:sp>
      <p:sp>
        <p:nvSpPr>
          <p:cNvPr id="29" name="Text 26"/>
          <p:cNvSpPr/>
          <p:nvPr/>
        </p:nvSpPr>
        <p:spPr>
          <a:xfrm>
            <a:off x="640080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exists  ·  trusted rail missing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675120" y="5669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capital.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75120" y="6035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rail.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Solana. Why now</a:t>
            </a:r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 now exist to make custody-gated physical collateral practical.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128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cNFTs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69109" y="2724912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889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collateral records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at scale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8218" y="20116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18" y="2240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69738" y="22128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settlement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867248" y="2724912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1098" y="27889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loan UX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21098" y="338328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custody-gated disbursement in seconds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36357" y="201168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7" y="2240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7877" y="22128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Composable liquidity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565386" y="2724912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19237" y="27889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originate here, liquidity there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19237" y="338328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lending rails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867912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9651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06908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collateral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2169109" y="4581144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" y="464515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asset-backed, not unsecured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4338218" y="3867912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18" y="4096512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69738" y="406908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5867248" y="4581144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521098" y="464515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core, local partners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8036357" y="3867912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957" y="4096512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67877" y="406908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wedge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9565386" y="4581144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219237" y="464515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is highest where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are punitive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640080" y="5724144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0C1E2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14400" y="58155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600" dirty="0"/>
          </a:p>
        </p:txBody>
      </p:sp>
      <p:sp>
        <p:nvSpPr>
          <p:cNvPr id="40" name="Shape 32"/>
          <p:cNvSpPr/>
          <p:nvPr/>
        </p:nvSpPr>
        <p:spPr>
          <a:xfrm>
            <a:off x="1645920" y="5888736"/>
            <a:ext cx="0" cy="448056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1828800" y="5724144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is </a:t>
            </a:r>
            <a:pPr indent="0" marL="0">
              <a:buNone/>
            </a:pPr>
            <a:r>
              <a:rPr lang="en-US" sz="18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Solana-native</a:t>
            </a:r>
            <a:pPr indent="0" marL="0">
              <a:buNone/>
            </a:pPr>
            <a:r>
              <a:rPr lang="en-US" sz="1800" i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design, not a port from another chain.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custody signature. </a:t>
            </a:r>
            <a:pPr indent="0" marL="0">
              <a:buNone/>
            </a:pPr>
            <a:r>
              <a:rPr lang="en-US" sz="5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USDC.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licensed custodian confirmation is the release trigger.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53123" cy="2743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02050" y="2377440"/>
            <a:ext cx="3291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Appraisal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162" y="288036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3931920"/>
            <a:ext cx="1487363" cy="0"/>
          </a:xfrm>
          <a:prstGeom prst="line">
            <a:avLst/>
          </a:prstGeom>
          <a:noFill/>
          <a:ln w="9525">
            <a:solidFill>
              <a:srgbClr val="D3CDB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31520" y="402336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93203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904683" y="1965960"/>
            <a:ext cx="1853123" cy="2743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4683" y="210312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66653" y="2377440"/>
            <a:ext cx="3291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04683" y="242316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65" y="2880360"/>
            <a:ext cx="822960" cy="8229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087563" y="3931920"/>
            <a:ext cx="1487363" cy="0"/>
          </a:xfrm>
          <a:prstGeom prst="line">
            <a:avLst/>
          </a:prstGeom>
          <a:noFill/>
          <a:ln w="9525">
            <a:solidFill>
              <a:srgbClr val="D3CDBC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2996123" y="402336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custodian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 the asset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57806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5169286" y="1965960"/>
            <a:ext cx="1853123" cy="2743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69286" y="210312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31256" y="2377440"/>
            <a:ext cx="3291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69286" y="242316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cNFT mint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592928" y="2880360"/>
            <a:ext cx="1005840" cy="868680"/>
          </a:xfrm>
          <a:prstGeom prst="hexagon">
            <a:avLst/>
          </a:prstGeom>
          <a:solidFill>
            <a:srgbClr val="000000">
              <a:alpha val="0"/>
            </a:srgbClr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92928" y="28803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352166" y="3931920"/>
            <a:ext cx="1487363" cy="0"/>
          </a:xfrm>
          <a:prstGeom prst="line">
            <a:avLst/>
          </a:prstGeom>
          <a:noFill/>
          <a:ln w="9525">
            <a:solidFill>
              <a:srgbClr val="D3CDBC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5260726" y="402336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collateral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022409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7433889" y="1965960"/>
            <a:ext cx="1853123" cy="2743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433889" y="210312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195859" y="2377440"/>
            <a:ext cx="3291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433889" y="242316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</a:t>
            </a:r>
            <a:endParaRPr lang="en-US" sz="16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971" y="2880360"/>
            <a:ext cx="822960" cy="82296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7616769" y="3931920"/>
            <a:ext cx="1487363" cy="0"/>
          </a:xfrm>
          <a:prstGeom prst="line">
            <a:avLst/>
          </a:prstGeom>
          <a:noFill/>
          <a:ln w="9525">
            <a:solidFill>
              <a:srgbClr val="D3CDBC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7525329" y="402336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disburses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atomically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9287012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2"/>
          <p:cNvSpPr/>
          <p:nvPr/>
        </p:nvSpPr>
        <p:spPr>
          <a:xfrm>
            <a:off x="9698492" y="1965960"/>
            <a:ext cx="1853123" cy="2743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698492" y="210312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10460462" y="2377440"/>
            <a:ext cx="32918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698492" y="242316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Repay / default</a:t>
            </a:r>
            <a:endParaRPr lang="en-US" sz="16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574" y="2880360"/>
            <a:ext cx="822960" cy="82296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9881372" y="3931920"/>
            <a:ext cx="1487363" cy="0"/>
          </a:xfrm>
          <a:prstGeom prst="line">
            <a:avLst/>
          </a:prstGeom>
          <a:noFill/>
          <a:ln w="9525">
            <a:solidFill>
              <a:srgbClr val="D3CDBC"/>
            </a:solidFill>
            <a:prstDash val="dash"/>
          </a:ln>
        </p:spPr>
      </p:sp>
      <p:sp>
        <p:nvSpPr>
          <p:cNvPr id="43" name="Text 37"/>
          <p:cNvSpPr/>
          <p:nvPr/>
        </p:nvSpPr>
        <p:spPr>
          <a:xfrm>
            <a:off x="9789932" y="402336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released or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triggered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640080" y="4937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0E443F"/>
          </a:solidFill>
          <a:ln w="12700">
            <a:solidFill>
              <a:srgbClr val="0E443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38928"/>
            <a:ext cx="502920" cy="5029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645920" y="493776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DE5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Invariant: no loan disburses until the licensed custodian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DE5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confirms physical custody onchain.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B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what makes physical collateral usable in an onchain credit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</a:t>
            </a:r>
            <a:pPr indent="0" marL="0">
              <a:buNone/>
            </a:pPr>
            <a:r>
              <a:rPr lang="en-US" sz="40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protocol, not a local one-off.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 ships the global credit core once, then plugs in licensed local components market by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889699" cy="2743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743200"/>
            <a:ext cx="731520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3657600"/>
            <a:ext cx="1432499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KYC 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submission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29779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895539" y="2194560"/>
            <a:ext cx="1889699" cy="2743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0131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29" y="2743200"/>
            <a:ext cx="731520" cy="7315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24139" y="3657600"/>
            <a:ext cx="1432499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95539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Appraisal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86979" y="438912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valuation 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verification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85238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150998" y="2194560"/>
            <a:ext cx="1889699" cy="2743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15590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2743200"/>
            <a:ext cx="731520" cy="7315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379598" y="3657600"/>
            <a:ext cx="1432499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50998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242438" y="438912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vault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40697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7406457" y="2194560"/>
            <a:ext cx="1889699" cy="2743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71049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547" y="2743200"/>
            <a:ext cx="731520" cy="7315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635057" y="3657600"/>
            <a:ext cx="1432499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406457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Onchain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97897" y="438912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cNFT mint 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attestation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296156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9661916" y="2194560"/>
            <a:ext cx="1889699" cy="2743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826508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006" y="2743200"/>
            <a:ext cx="731520" cy="73152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890516" y="3657600"/>
            <a:ext cx="1432499" cy="0"/>
          </a:xfrm>
          <a:prstGeom prst="line">
            <a:avLst/>
          </a:prstGeom>
          <a:noFill/>
          <a:ln w="6350">
            <a:solidFill>
              <a:srgbClr val="D3CDB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661916" y="3749040"/>
            <a:ext cx="18896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 / repay /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753356" y="438912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disbursement 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or auction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40080" y="5212080"/>
            <a:ext cx="5364328" cy="1097280"/>
          </a:xfrm>
          <a:prstGeom prst="roundRect">
            <a:avLst>
              <a:gd name="adj" fmla="val 6667"/>
            </a:avLst>
          </a:prstGeom>
          <a:solidFill>
            <a:srgbClr val="000000">
              <a:alpha val="0"/>
            </a:srgbClr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14400" y="5486400"/>
            <a:ext cx="594360" cy="59436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577840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645920" y="539496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core</a:t>
            </a:r>
            <a:endParaRPr lang="en-US" sz="2200" dirty="0"/>
          </a:p>
        </p:txBody>
      </p:sp>
      <p:sp>
        <p:nvSpPr>
          <p:cNvPr id="43" name="Text 35"/>
          <p:cNvSpPr/>
          <p:nvPr/>
        </p:nvSpPr>
        <p:spPr>
          <a:xfrm>
            <a:off x="1645920" y="580644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programs  ·  cNFT logic  ·  lending rails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6187288" y="5212080"/>
            <a:ext cx="5364328" cy="1097280"/>
          </a:xfrm>
          <a:prstGeom prst="roundRect">
            <a:avLst>
              <a:gd name="adj" fmla="val 6667"/>
            </a:avLst>
          </a:prstGeom>
          <a:solidFill>
            <a:srgbClr val="000000">
              <a:alpha val="0"/>
            </a:srgbClr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461608" y="5486400"/>
            <a:ext cx="594360" cy="59436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48" y="5577840"/>
            <a:ext cx="411480" cy="4114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193128" y="539496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adapters</a:t>
            </a:r>
            <a:endParaRPr lang="en-US" sz="2200" dirty="0"/>
          </a:p>
        </p:txBody>
      </p:sp>
      <p:sp>
        <p:nvSpPr>
          <p:cNvPr id="48" name="Text 39"/>
          <p:cNvSpPr/>
          <p:nvPr/>
        </p:nvSpPr>
        <p:spPr>
          <a:xfrm>
            <a:off x="7193128" y="580644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 ·  custody  ·  legal docs  ·  fiat rails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for borrowers. Focused for capital.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 offers more usable capital per asset while targeting a differentiated wedge.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2194560"/>
                <a:gridCol w="185897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per asset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3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Credit card revolving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unsecured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3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Consumer loan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unsecured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3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Formal pawn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than unsecured, but low LTV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asset-backed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DE5D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DE5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competitive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DE5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LTV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DE5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custody-gated onchain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37160" marB="137160" anchor="ctr">
                    <a:lnL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43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54880"/>
            <a:ext cx="2590724" cy="1508760"/>
          </a:xfrm>
          <a:prstGeom prst="roundRect">
            <a:avLst>
              <a:gd name="adj" fmla="val 4848"/>
            </a:avLst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0017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919472"/>
            <a:ext cx="1722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luxury focus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532120"/>
            <a:ext cx="22249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high-quality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luxury assets with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global demand.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13684" y="4754880"/>
            <a:ext cx="2590724" cy="1508760"/>
          </a:xfrm>
          <a:prstGeom prst="roundRect">
            <a:avLst>
              <a:gd name="adj" fmla="val 4848"/>
            </a:avLst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96564" y="4937760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572" y="500176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90924" y="4919472"/>
            <a:ext cx="1722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Solana-native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96564" y="5532120"/>
            <a:ext cx="22249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 for speed,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and seamless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experiences.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87288" y="4754880"/>
            <a:ext cx="2590724" cy="1508760"/>
          </a:xfrm>
          <a:prstGeom prst="roundRect">
            <a:avLst>
              <a:gd name="adj" fmla="val 4848"/>
            </a:avLst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70168" y="4937760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50017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4528" y="4919472"/>
            <a:ext cx="1722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first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70168" y="5532120"/>
            <a:ext cx="22249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high-rate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markets with large,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demand.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960891" y="4754880"/>
            <a:ext cx="2590724" cy="1508760"/>
          </a:xfrm>
          <a:prstGeom prst="roundRect">
            <a:avLst>
              <a:gd name="adj" fmla="val 4848"/>
            </a:avLst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43771" y="4937760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779" y="500176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38131" y="4919472"/>
            <a:ext cx="1722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Licensed-partner model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43771" y="5532120"/>
            <a:ext cx="22249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licensed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to ensure compliant,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market entry.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protocols touch collateralized lending, but not with Vaulx's focused Solana-native approach to physical luxury in high-rate emerging markets.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Operators, builders, and market access.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combines banking, operational execution, security infrastructure, Solana engineering, and live DeFi distribution.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315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2050633" cy="274320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8197" y="2377440"/>
            <a:ext cx="914400" cy="91440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789" y="254203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8328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Dimitrov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186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096512"/>
            <a:ext cx="18677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execution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banking operations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fluency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55305" y="2103120"/>
            <a:ext cx="2050633" cy="274320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3422" y="2377440"/>
            <a:ext cx="914400" cy="91440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014" y="2542032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46745" y="338328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Marcelo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946745" y="3730752"/>
            <a:ext cx="186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946745" y="4096512"/>
            <a:ext cx="18677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execution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electronic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business network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70531" y="2103120"/>
            <a:ext cx="2050633" cy="274320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542032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1971" y="338328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Rodrigo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61971" y="3730752"/>
            <a:ext cx="186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BD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61971" y="4096512"/>
            <a:ext cx="18677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relationships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development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85756" y="2103120"/>
            <a:ext cx="2050633" cy="274320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53873" y="2377440"/>
            <a:ext cx="914400" cy="91440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465" y="2542032"/>
            <a:ext cx="585216" cy="5852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77196" y="338328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Edson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377196" y="3730752"/>
            <a:ext cx="186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Solana Engineer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77196" y="4096512"/>
            <a:ext cx="18677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delivery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stack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solidity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500982" y="2103120"/>
            <a:ext cx="2050633" cy="274320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0DBC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069098" y="2377440"/>
            <a:ext cx="914400" cy="91440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690" y="2542032"/>
            <a:ext cx="585216" cy="5852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92422" y="338328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9592422" y="3730752"/>
            <a:ext cx="186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&amp; Market Access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9592422" y="4096512"/>
            <a:ext cx="18677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network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luxury-watch reseller flow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40080" y="5029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05840" y="5230368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5294376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600200" y="5138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40" name="Text 32"/>
          <p:cNvSpPr/>
          <p:nvPr/>
        </p:nvSpPr>
        <p:spPr>
          <a:xfrm>
            <a:off x="1600200" y="5532120"/>
            <a:ext cx="163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programs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3733724" y="5230368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732" y="5294376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328084" y="51389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600" dirty="0"/>
          </a:p>
        </p:txBody>
      </p:sp>
      <p:sp>
        <p:nvSpPr>
          <p:cNvPr id="44" name="Text 35"/>
          <p:cNvSpPr/>
          <p:nvPr/>
        </p:nvSpPr>
        <p:spPr>
          <a:xfrm>
            <a:off x="4328084" y="5532120"/>
            <a:ext cx="1630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green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6461608" y="5230368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616" y="5294376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055968" y="5029200"/>
            <a:ext cx="16306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Devnet live</a:t>
            </a:r>
            <a:endParaRPr lang="en-US" sz="1600" dirty="0"/>
          </a:p>
        </p:txBody>
      </p:sp>
      <p:sp>
        <p:nvSpPr>
          <p:cNvPr id="48" name="Shape 38"/>
          <p:cNvSpPr/>
          <p:nvPr/>
        </p:nvSpPr>
        <p:spPr>
          <a:xfrm>
            <a:off x="9189491" y="5230368"/>
            <a:ext cx="502920" cy="502920"/>
          </a:xfrm>
          <a:prstGeom prst="ellipse">
            <a:avLst/>
          </a:prstGeom>
          <a:solidFill>
            <a:srgbClr val="ECE7D8"/>
          </a:solidFill>
          <a:ln w="12700">
            <a:solidFill>
              <a:srgbClr val="ECE7D8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3499" y="5294376"/>
            <a:ext cx="365760" cy="36576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783851" y="5029200"/>
            <a:ext cx="16306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+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0B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indexer running</a:t>
            </a:r>
            <a:endParaRPr lang="en-US" sz="1600" dirty="0"/>
          </a:p>
        </p:txBody>
      </p:sp>
      <p:sp>
        <p:nvSpPr>
          <p:cNvPr id="51" name="Shape 40"/>
          <p:cNvSpPr/>
          <p:nvPr/>
        </p:nvSpPr>
        <p:spPr>
          <a:xfrm>
            <a:off x="640080" y="6217920"/>
            <a:ext cx="10911535" cy="411480"/>
          </a:xfrm>
          <a:prstGeom prst="rect">
            <a:avLst/>
          </a:prstGeom>
          <a:solidFill>
            <a:srgbClr val="0E443F"/>
          </a:solidFill>
          <a:ln w="12700">
            <a:solidFill>
              <a:srgbClr val="0E443F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640080" y="62179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  ·   SECURITY   ·   BD   ·   SOLANA   ·   DEFI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</a:t>
            </a:r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pPr indent="0" marL="0">
              <a:buNone/>
            </a:pPr>
            <a:r>
              <a:rPr lang="en-US" sz="3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Clear </a:t>
            </a:r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pPr indent="0" marL="0">
              <a:buNone/>
            </a:pPr>
            <a:r>
              <a:rPr lang="en-US" sz="3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Next </a:t>
            </a:r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</a:t>
            </a:r>
            <a:pPr indent="0" marL="0">
              <a:buNone/>
            </a:pPr>
            <a:r>
              <a:rPr lang="en-US" sz="3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914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81912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today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508760" y="2103120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3774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Anchor programs on Devnet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2788920"/>
            <a:ext cx="2936138" cy="0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8346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tests green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246120"/>
            <a:ext cx="2936138" cy="0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2918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3703320"/>
            <a:ext cx="2936138" cy="0"/>
          </a:xfrm>
          <a:prstGeom prst="line">
            <a:avLst/>
          </a:prstGeom>
          <a:noFill/>
          <a:ln w="6350">
            <a:solidFill>
              <a:srgbClr val="1330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7490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+ bridge running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29" y="4663440"/>
            <a:ext cx="640080" cy="640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353458" y="132588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0C1E25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778" y="1600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2138" y="1581912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222138" y="2103120"/>
            <a:ext cx="457200" cy="0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353458" y="2286000"/>
            <a:ext cx="3484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5600" dirty="0"/>
          </a:p>
        </p:txBody>
      </p:sp>
      <p:sp>
        <p:nvSpPr>
          <p:cNvPr id="21" name="Text 16"/>
          <p:cNvSpPr/>
          <p:nvPr/>
        </p:nvSpPr>
        <p:spPr>
          <a:xfrm>
            <a:off x="4353458" y="3200400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RWA track  ·  pre-seed bridge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19218" y="3611880"/>
            <a:ext cx="2753258" cy="0"/>
          </a:xfrm>
          <a:prstGeom prst="line">
            <a:avLst/>
          </a:prstGeom>
          <a:noFill/>
          <a:ln w="6350">
            <a:solidFill>
              <a:srgbClr val="1B3D4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27778" y="3721608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audit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627778" y="4014216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regulatory-proof structuring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627778" y="4306824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licensed appraisal + custody partners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627778" y="4599432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1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4754880"/>
            <a:ext cx="548640" cy="5486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066837" y="132588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0C1E25"/>
          </a:solidFill>
          <a:ln w="9525">
            <a:solidFill>
              <a:srgbClr val="1B3D4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002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935517" y="1581912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roadmap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8935517" y="2103120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157" y="2478024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44077" y="2423160"/>
            <a:ext cx="2616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844077" y="2715768"/>
            <a:ext cx="2616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legal kickoff</a:t>
            </a:r>
            <a:endParaRPr lang="en-US" sz="12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1157" y="3191256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44077" y="3136392"/>
            <a:ext cx="2616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844077" y="3429000"/>
            <a:ext cx="2616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partner stack signed</a:t>
            </a:r>
            <a:endParaRPr lang="en-US" sz="12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1157" y="3904488"/>
            <a:ext cx="36576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844077" y="3849624"/>
            <a:ext cx="2616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844077" y="4142232"/>
            <a:ext cx="2616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+ first real loan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1157" y="4617720"/>
            <a:ext cx="365760" cy="3657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844077" y="4562856"/>
            <a:ext cx="2616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Q3/Q4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8844077" y="4855464"/>
            <a:ext cx="2616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toward seed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640080" y="5715000"/>
            <a:ext cx="10911535" cy="0"/>
          </a:xfrm>
          <a:prstGeom prst="line">
            <a:avLst/>
          </a:prstGeom>
          <a:noFill/>
          <a:ln w="6350">
            <a:solidFill>
              <a:srgbClr val="1B3D47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879592"/>
            <a:ext cx="365760" cy="36576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078992" y="5806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</a:t>
            </a:r>
            <a:pPr indent="0" marL="0">
              <a:buNone/>
            </a:pPr>
            <a:r>
              <a:rPr lang="en-US" sz="16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pPr indent="0" marL="0">
              <a:buNone/>
            </a:pPr>
            <a:r>
              <a:rPr lang="en-US" sz="1600" b="1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rgbClr val="EDE5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rail between physical luxury and onchain capital.</a:t>
            </a:r>
            <a:endParaRPr lang="en-US" sz="16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6428232"/>
            <a:ext cx="228600" cy="2286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914400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github.com/Vaulxfi</a:t>
            </a:r>
            <a:endParaRPr lang="en-US" sz="1100" dirty="0"/>
          </a:p>
        </p:txBody>
      </p:sp>
      <p:sp>
        <p:nvSpPr>
          <p:cNvPr id="49" name="Text 36"/>
          <p:cNvSpPr/>
          <p:nvPr/>
        </p:nvSpPr>
        <p:spPr>
          <a:xfrm>
            <a:off x="2743200" y="64099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6428232"/>
            <a:ext cx="228600" cy="2286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246120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vaulx.vercel.app</a:t>
            </a:r>
            <a:endParaRPr lang="en-US" sz="1100" dirty="0"/>
          </a:p>
        </p:txBody>
      </p:sp>
      <p:sp>
        <p:nvSpPr>
          <p:cNvPr id="52" name="Shape 38"/>
          <p:cNvSpPr/>
          <p:nvPr/>
        </p:nvSpPr>
        <p:spPr>
          <a:xfrm>
            <a:off x="8534095" y="6126480"/>
            <a:ext cx="3017520" cy="502920"/>
          </a:xfrm>
          <a:prstGeom prst="roundRect">
            <a:avLst>
              <a:gd name="adj" fmla="val 54545"/>
            </a:avLst>
          </a:prstGeom>
          <a:solidFill>
            <a:srgbClr val="000000">
              <a:alpha val="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8534095" y="6126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build with us.   </a:t>
            </a:r>
            <a:pPr algn="ctr" indent="0" marL="0"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Vaulx Pitch v8b (visual mockup)</dc:title>
  <dc:subject>PptxGenJS Presentation</dc:subject>
  <dc:creator>Vaulx</dc:creator>
  <cp:lastModifiedBy>Vaulx</cp:lastModifiedBy>
  <cp:revision>1</cp:revision>
  <dcterms:created xsi:type="dcterms:W3CDTF">2026-05-07T17:08:06Z</dcterms:created>
  <dcterms:modified xsi:type="dcterms:W3CDTF">2026-05-07T17:08:06Z</dcterms:modified>
</cp:coreProperties>
</file>